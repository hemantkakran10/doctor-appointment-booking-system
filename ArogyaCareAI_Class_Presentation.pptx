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5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TECH &amp; ARTIFICIAL INTELLIGENCE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ArogyaCareAI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Fullstack Doctor Appointment Booking System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with AI Symptom Checker &amp; Vision Prescription OCR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3566160"/>
            <a:ext cx="10332720" cy="1554480"/>
          </a:xfrm>
          <a:prstGeom prst="roundRect">
            <a:avLst>
              <a:gd name="adj" fmla="val 8824"/>
            </a:avLst>
          </a:prstGeom>
          <a:solidFill>
            <a:srgbClr val="071F18"/>
          </a:solidFill>
          <a:ln w="19050">
            <a:solidFill>
              <a:srgbClr val="0D3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65760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CAPABILITIES: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Doctor Appointment Scheduling across 50+ Verified Specialists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Clinical AI Symptom Checker powered by Gemini for Instant Triage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Vision OCR Medical Slip Scanner converting Rx images into structured dosages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Secure Multi-Factor Authentication with Live Email OTP &amp; Role-Based Portals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53949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Hemant Kakran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Fullstack Developer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Architecture: MERN + Gemini AI + Vercel Cloud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53949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App: frontend-ten-pearl-81.vercel.app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github.com/Hemantkakran10/doctor-appointment-booking-system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9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ArogyaCareAI | Fullstack Healthcare Platform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Hemant Kakran • Project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MOTIVATION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Healthcare Access Problem in India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 Appointment Chaos &amp; Long Queues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94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spend 2-4 hours waiting in physical clinic queues without knowing doctor real-time availability or delays.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Lack of Early Triage &amp; Guidance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2194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cannot self-assess severity of symptoms before visiting clinics, leading to emergency room overcrowding.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23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Unreadable Handwritten Prescriptions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480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68% of prescriptions are handwritten, causing medication errors, dosage misunderstandings, and pharmacy confusion.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374904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4023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 Disjointed Patient &amp; Doctor Portals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4480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Patients, doctors, and clinic admins operate on disconnected channels with no centralized appointment analytics.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9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ArogyaCareAI | Fullstack Healthcare Platform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Hemant Kakran • Project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ArogyaCareAI Unified Ecosystem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37560" cy="4572000"/>
          </a:xfrm>
          <a:prstGeom prst="roundRect">
            <a:avLst>
              <a:gd name="adj" fmla="val 4110"/>
            </a:avLst>
          </a:prstGeom>
          <a:solidFill>
            <a:srgbClr val="071F18"/>
          </a:solidFill>
          <a:ln w="19050">
            <a:solidFill>
              <a:srgbClr val="0D3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NETWORK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Intelligent Doctor Booking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788920"/>
            <a:ext cx="2880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Directory of 50+ verified specialists across Delhi/NCR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Filter by specialty (Cardiology, Neuro, Derm, etc.)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Location-based search (Saket, Dwarka, Okhla)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date and time slot scheduling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double-booking conflict algorithms
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463040"/>
            <a:ext cx="3337560" cy="4572000"/>
          </a:xfrm>
          <a:prstGeom prst="roundRect">
            <a:avLst>
              <a:gd name="adj" fmla="val 4110"/>
            </a:avLst>
          </a:prstGeom>
          <a:solidFill>
            <a:srgbClr val="071F18"/>
          </a:solidFill>
          <a:ln w="19050">
            <a:solidFill>
              <a:srgbClr val="0D3B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7373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LLM ENGINE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6280" y="20574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Clinical AI Symptom Checker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2788920"/>
            <a:ext cx="2880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patient triage questionnaire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clinical urgency assessment (Low/Med/High)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Potential underlying medical conditions list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Specialist matching recommendations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Bilingual support (English &amp; Hindi) with safety bounds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1463040"/>
            <a:ext cx="3337560" cy="4572000"/>
          </a:xfrm>
          <a:prstGeom prst="roundRect">
            <a:avLst>
              <a:gd name="adj" fmla="val 4110"/>
            </a:avLst>
          </a:prstGeom>
          <a:solidFill>
            <a:srgbClr val="071F18"/>
          </a:solidFill>
          <a:ln w="19050">
            <a:solidFill>
              <a:srgbClr val="0D3B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17373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VISION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92440" y="20574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Vision Prescription OCR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92440" y="2788920"/>
            <a:ext cx="2880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camera capture or image upload of Rx slip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Extracts medicine names, strength &amp; dosage frequency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course duration calculation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Displays structured, digital medication schedule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Exportable patient dosage instructions
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9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ArogyaCareAI | Fullstack Healthcare Platform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Hemant Kakran • Project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DESIGN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Data Flow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108960" cy="4572000"/>
          </a:xfrm>
          <a:prstGeom prst="roundRect">
            <a:avLst>
              <a:gd name="adj" fmla="val 3529"/>
            </a:avLst>
          </a:prstGeom>
          <a:solidFill>
            <a:srgbClr val="071F18"/>
          </a:solidFill>
          <a:ln w="19050">
            <a:solidFill>
              <a:srgbClr val="00E5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TIER (Vercel CDN)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18 SPA (Vite Bundler)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 Responsive Design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Mobile-First Adaptive Layout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 API State Management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Lucide Icons &amp; Multi-theme (Dark/Light)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Bilingual Localization (EN/HI)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Password Strength Meter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Client-side Instant Filter &amp; Cache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146304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071F18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API TIER (Node.js)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210312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Express.js REST Controllers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Vercel Edge Serverless Function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Token Authentication (30 Days)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Role-based Access Control (RBAC)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Fail-Fast Non-Buffering Handlers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Cold-Start Auto-Retry Mechanisms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Nodemailer Gmail SMTP Transporter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Zero-Downtime Fallback Cache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108960" cy="4572000"/>
          </a:xfrm>
          <a:prstGeom prst="roundRect">
            <a:avLst>
              <a:gd name="adj" fmla="val 3529"/>
            </a:avLst>
          </a:prstGeom>
          <a:solidFill>
            <a:srgbClr val="071F18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SERVICES TIER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0" y="210312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MongoDB Atlas (Cloud NoSQL)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Users, Doctors, Appointments, OTPs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Gemini 1.5 Flash API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Symptom Triage Reasoning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Multimodal Vision OCR Engine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Gmail SMTP Relay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TLS Authenticated OTP Emailing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Unsplash Medical Assets CDN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9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ArogyaCareAI | Fullstack Healthcare Platform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Hemant Kakran • Project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TOOLS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Fullstack Technology Stack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FRAMEWORK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performance SPA with blazing fast HMR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002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STYLING SYSTEM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14884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Utility-first styling with sleek dark mode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65176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7889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FRAMEWORK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30175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&amp; Express.js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33756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REST API with MVC pattern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265176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7889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ODM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30175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&amp; Mongoose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333756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document store for patient &amp; booking schemas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84048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97764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" y="4206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1.5 Flash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452628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Ultra-low latency LLM for triage &amp; vision OCR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384048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97764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9360" y="4206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&amp; Bcrypt + OTP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09360" y="452628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Salted password hashes &amp; 6-digit email verification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502920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516636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SERVICE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5840" y="53949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Nodemailer (Gmail SMTP)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57150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App Password authenticated dispatch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502920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516636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INFRASTRUCTURE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53949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Serverless CDN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09360" y="57150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low-latency deployment with zero server setup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9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ArogyaCareAI | Fullstack Healthcare Platform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Hemant Kakran • Project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AI Symptom Checker &amp; Triage Engine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071F18"/>
          </a:solidFill>
          <a:ln w="19050">
            <a:solidFill>
              <a:srgbClr val="0D3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AI ENGINE WORKS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Structured Symptom Capture: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inputs age, gender, duration, primary complaints, and associated symptoms.
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Prompt Guardrails &amp; Clinical Persona: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enforces strictly formulated medical prompt requiring JSON schema output with red-flag detection.
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Risk Stratification Algorithm: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Categorizes urgency into Low (routine care), Moderate (consult within 48h), or High/Emergency (immediate ER visit).
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Direct Doctor Routing: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recommends matching specialist (e.g. Cardiologist for chest pressure) with 1-click booking button.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03100B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CLINICAL TRIAGE OUTPUT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05740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LEVEL: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(Yellow Alert)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PROBABLE CONDITIONS IDENTIFIED: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Acute Bronchitis (75% match)
• Seasonal Allergic Rhinitis (60% match)
• Upper Respiratory Tract Infection (45% match)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SPECIALIST: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Pulmonologist or General Physician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SELF-CARE &amp; PRECAUTIONS: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Steam inhalation twice daily with warm saline gargles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Maintain 3+ liters hydration; avoid dust exposure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If breathing difficulty increases, seek immediate ER care.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9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ArogyaCareAI | Fullstack Healthcare Platform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Hemant Kakran • Project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AI ENGINE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Vision Prescription OCR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071F18"/>
          </a:solidFill>
          <a:ln w="19050">
            <a:solidFill>
              <a:srgbClr val="0D3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PROCESSING PIPELINE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Multi-Format Image Ingestion: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JPEG, PNG, WebP up to 15MB via client camera or file picker.
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Gemini 1.5 Flash Vision Multimodal Model: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base64 image buffer with custom optical extraction prompts tailored for messy medical handwriting.
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Clinical Entity Disambiguation: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medicine brand names, generic equivalents, strengths (mg/ml), frequencies (OD, BD, TDS), and food timing.
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Digital Rx Table Output: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Presents an interactive digital schedule preventing missed or confused medicine dosages.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03100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DIGITAL MEDICATION OUTPUT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103120"/>
          <a:ext cx="4754880" cy="292608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1463040"/>
                <a:gridCol w="82296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Medicine Name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Dosage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Frequency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Augmentin 625 Duo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Tab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Twice daily (after food)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Days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Pan-D Capsule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Cap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Once daily (empty stomach)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Days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Allegra 120mg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Tab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Once at bedtime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Days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Ascoril-D Cough Syrup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Three times daily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Days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Paracetamol 650mg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Tab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SOS (if fever &gt; 100°F)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needed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F18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00800" y="52120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Extracted Doctor: Dr. Rakesh Sharma, MD (Cardiologist)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Patient Instructions: Complete full 5-day antibiotic course even if feeling better.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9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ArogyaCareAI | Fullstack Healthcare Platform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Hemant Kakran • Project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RELIABILITY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Zero-Downtime Architecture &amp; Data Protection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Multi-Factor Email OTP Verification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Authentic 6-digit one-time code sent directly via Gmail SMTP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on-screen code leakage (production-grade security)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10-minute automated expiry on OTP records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verification before patient account provisioning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6916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Fail-Fast Serverless Non-Buffering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0574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Eliminated Mongoose connection buffering timeouts (bufferCommands = false)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Under 300ms authentication latency on cold starts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Graceful serverless degradation without crashing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client-side connection auto-retry
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9776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Role-Based Access Control (RBAC)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3434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Distinct patient, doctor, and administrator authorization scopes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Cryptographically signed JWT bearer tokens with 30-day life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 password hashing with multi-round salt generation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route middleware preventing cross-account access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74904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9776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Zero Double-Booking Algorithm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43434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Atomic booking validation prevents slot collisions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date/time doctor schedule mapping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Comprehensive appointment status tracking (Pending, Confirmed, Cancelled)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cancellation and slot replenishment
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9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ArogyaCareAI | Fullstack Healthcare Platform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Hemant Kakran • Project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Accessible, Multilingual &amp; Responsive UI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37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Adaptive Design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1488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optimized for iPhone, Android, tablets, and desktop displays with responsive touch controls, collapsible side menus, and quick-action bottom sheets.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737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Language Support (English / Hindi)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1488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English and Hindi translation across all medical specialties, navigation headers, triage instructions, and confirmation screens.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23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&amp; Security Feedback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4348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live checklist evaluating password complexity (8+ characters, uppercase, numbers, symbols) guiding patients toward secure credentials.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374904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4023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/ Light Clinical Aesthetic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44348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Eye-friendly modern emerald and dark obsidian theme engineered to reduce eye strain in nighttime hospital environments while maintaining crisp contrast.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9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ArogyaCareAI | Fullstack Healthcare Platform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Hemant Kakran • Project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VERIFICATION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Production Demonstration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424160" cy="4572000"/>
          </a:xfrm>
          <a:prstGeom prst="roundRect">
            <a:avLst>
              <a:gd name="adj" fmla="val 3000"/>
            </a:avLst>
          </a:prstGeom>
          <a:solidFill>
            <a:srgbClr val="071F18"/>
          </a:solidFill>
          <a:ln w="19050">
            <a:solidFill>
              <a:srgbClr val="00E5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373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PRODUCTION ENVIRONMENT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98755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Web Application URL: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https://frontend-ten-pearl-81.vercel.app
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Serverless REST API: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https://backend-nine-delta-bvvafh0hc7.vercel.app/api
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Open-Source GitHub Repository: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https://github.com/Hemantkakran10/doctor-appointment-booking-system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BENCHMARKS &amp; VERIFIED METRICS: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Verified Doctors Loaded: 50 Specialists actively serving Delhi, Gurgaon, Noida, and NCR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Authentication Latency: &lt; 300ms serverless response time for login &amp; session recovery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Real Email OTP Delivery: &lt; 2 seconds direct inbox delivery via TLS Gmail SMTP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Responsive Viewports: 100% verified compatibility across 390px (Mobile) through 4K (Desktop)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9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ArogyaCareAI | Fullstack Healthcare Platform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Hemant Kakran • Project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Scaling Roadmap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37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Telemedicine Integration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1488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WebRTC peer-to-peer encrypted video calling so patients can consult doctors directly within the browser without external apps.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737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ABDM &amp; ABHA National ID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1488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with Ayushman Bharat Digital Mission (ABDM) APIs to fetch standardized Electronic Health Records (EHR) using patient ABHA card numbers.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23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Multi-Dialect Voice Triage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4348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voice-to-text symptom checker supporting 8+ regional Indian languages (Hindi, Punjabi, Bengali, Tamil, Telugu) for rural accessibility.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374904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071F18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4023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WhatsApp &amp; SMS Automation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44348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automated WhatsApp business bot for appointment booking confirmation, reminder notifications, and 1-click slot rescheduling.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5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ArogyaCareAI demonstrates how modern MERN architecture combined with Generative AI can democratize quality healthcare access across India.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749040"/>
            <a:ext cx="10332720" cy="2103120"/>
          </a:xfrm>
          <a:prstGeom prst="roundRect">
            <a:avLst>
              <a:gd name="adj" fmla="val 6522"/>
            </a:avLst>
          </a:prstGeom>
          <a:solidFill>
            <a:srgbClr val="071F18"/>
          </a:solidFill>
          <a:ln w="19050">
            <a:solidFill>
              <a:srgbClr val="0D3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931920"/>
            <a:ext cx="9784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E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Developer: Hemant Kakran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App: https://frontend-ten-pearl-81.vercel.app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GitHub Codebase: https://github.com/Hemantkakran10/doctor-appointment-booking-system
</a:t>
            </a:r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 for questions from Professor &amp; Classmates!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ArogyaCareAI Healthcare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ArogyaCareAI - Doctor Appointment Booking &amp; AI Clinical Triage System</dc:title>
  <dc:subject>Classroom Project Presentation</dc:subject>
  <dc:creator>Hemant Kakran</dc:creator>
  <cp:lastModifiedBy>Hemant Kakran</cp:lastModifiedBy>
  <cp:revision>1</cp:revision>
  <dcterms:created xsi:type="dcterms:W3CDTF">2026-10-16T14:01:06Z</dcterms:created>
  <dcterms:modified xsi:type="dcterms:W3CDTF">2026-10-16T14:01:06Z</dcterms:modified>
</cp:coreProperties>
</file>